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384048" cy="384048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Shape 1"/>
          <p:cNvSpPr/>
          <p:nvPr/>
        </p:nvSpPr>
        <p:spPr>
          <a:xfrm>
            <a:off x="633131" y="678851"/>
            <a:ext cx="215067" cy="215067"/>
          </a:xfrm>
          <a:prstGeom prst="rect">
            <a:avLst/>
          </a:prstGeom>
          <a:ln w="1397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A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Honne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layer between what you build and what you say.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365760" cy="18288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 ·  Prototype  ·  Roadmap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237744" cy="12802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429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3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exists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the material. You just don't post it.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716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angle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is done, but it's not clear what's worth saying about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502920" cy="502920"/>
          </a:xfrm>
          <a:prstGeom prst="ellipse">
            <a:avLst/>
          </a:prstGeom>
          <a:solidFill>
            <a:srgbClr val="1716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goes untold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2918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progress happens in commits and docs nobody outside ever sees.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148840"/>
            <a:ext cx="502920" cy="502920"/>
          </a:xfrm>
          <a:prstGeom prst="ellipse">
            <a:avLst/>
          </a:prstGeom>
          <a:solidFill>
            <a:srgbClr val="17160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dies fast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2918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good post, then silence for a month.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237744" cy="12802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429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3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layer, from source to post.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2918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834640"/>
            <a:ext cx="314553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500323"/>
            <a:ext cx="3145536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· Notion · GitHub · Uploads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50208" y="3374136"/>
            <a:ext cx="420624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2834640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17160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2834640"/>
            <a:ext cx="268833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3500323"/>
            <a:ext cx="2688336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agents, one conversation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24928" y="3374136"/>
            <a:ext cx="420624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2834640"/>
            <a:ext cx="32918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28432" y="2834640"/>
            <a:ext cx="314553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post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28432" y="3500323"/>
            <a:ext cx="3145536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· X · Reddit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Honne doesn't wait for you to know what to say — it starts from what you already have.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237744" cy="12802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429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3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writing tool. A starting-point tool.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Jasper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2860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copy for agencies, written from a brief.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Taplio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474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write LinkedIn posts — once you already know what to say.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452628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716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663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Honne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4663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your own docs and repos, so you never start from nothing.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2432304"/>
            <a:ext cx="256032" cy="256032"/>
          </a:xfrm>
          <a:prstGeom prst="rect">
            <a:avLst/>
          </a:prstGeom>
          <a:ln w="1397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D3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A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prototype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on purpose — proving the mechanism works, honestly, before it scales.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12802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3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prototype pipeline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manual upload to a grounded answer.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148840"/>
            <a:ext cx="177393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686507"/>
            <a:ext cx="1773936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05456" y="2574036"/>
            <a:ext cx="246888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9" name="Shape 7"/>
          <p:cNvSpPr/>
          <p:nvPr/>
        </p:nvSpPr>
        <p:spPr>
          <a:xfrm>
            <a:off x="2788920" y="214884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62072" y="2148840"/>
            <a:ext cx="177393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62072" y="2686507"/>
            <a:ext cx="1773936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Structure-aware,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blind cuts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5736" y="2574036"/>
            <a:ext cx="246888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214884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02352" y="2148840"/>
            <a:ext cx="177393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2686507"/>
            <a:ext cx="1773936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per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86016" y="2574036"/>
            <a:ext cx="246888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17" name="Shape 15"/>
          <p:cNvSpPr/>
          <p:nvPr/>
        </p:nvSpPr>
        <p:spPr>
          <a:xfrm>
            <a:off x="7269480" y="214884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42632" y="2148840"/>
            <a:ext cx="177393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42632" y="2686507"/>
            <a:ext cx="1773936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on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226296" y="2574036"/>
            <a:ext cx="246888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21" name="Shape 19"/>
          <p:cNvSpPr/>
          <p:nvPr/>
        </p:nvSpPr>
        <p:spPr>
          <a:xfrm>
            <a:off x="9509760" y="214884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82912" y="2148840"/>
            <a:ext cx="177393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82912" y="2686507"/>
            <a:ext cx="1773936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search_knowledge_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tool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235440" y="3154680"/>
            <a:ext cx="0" cy="502920"/>
          </a:xfrm>
          <a:prstGeom prst="line">
            <a:avLst/>
          </a:prstGeom>
          <a:noFill/>
          <a:ln w="20320">
            <a:solidFill>
              <a:srgbClr val="AD34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32320" y="365760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17160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05472" y="3657600"/>
            <a:ext cx="4059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 calls the tool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this scale, the point isn't that retrieval is necessary — it's that it's built correctly.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12802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3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architecture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supervisor. Everything else is a tool.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480560" y="205740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17160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53712" y="2057400"/>
            <a:ext cx="305409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53712" y="2543861"/>
            <a:ext cx="3054096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state · talks to the user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138160" y="214884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FAF7EE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11312" y="214884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11312" y="2532888"/>
            <a:ext cx="2048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per thread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80960" y="2491740"/>
            <a:ext cx="457200" cy="0"/>
          </a:xfrm>
          <a:prstGeom prst="line">
            <a:avLst/>
          </a:prstGeom>
          <a:noFill/>
          <a:ln w="15240">
            <a:solidFill>
              <a:srgbClr val="3C4B5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33272" y="3749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06424" y="37490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99132" y="2926080"/>
            <a:ext cx="0" cy="822960"/>
          </a:xfrm>
          <a:prstGeom prst="line">
            <a:avLst/>
          </a:prstGeom>
          <a:noFill/>
          <a:ln w="16510">
            <a:solidFill>
              <a:srgbClr val="AD34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21024" y="3749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94176" y="37490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gen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86884" y="2926080"/>
            <a:ext cx="0" cy="822960"/>
          </a:xfrm>
          <a:prstGeom prst="line">
            <a:avLst/>
          </a:prstGeom>
          <a:noFill/>
          <a:ln w="16510">
            <a:solidFill>
              <a:srgbClr val="AD342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08776" y="3749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7490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gen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74636" y="2926080"/>
            <a:ext cx="0" cy="822960"/>
          </a:xfrm>
          <a:prstGeom prst="line">
            <a:avLst/>
          </a:prstGeom>
          <a:noFill/>
          <a:ln w="16510">
            <a:solidFill>
              <a:srgbClr val="AD342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796528" y="3749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0" y="37490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962388" y="2926080"/>
            <a:ext cx="0" cy="822960"/>
          </a:xfrm>
          <a:prstGeom prst="line">
            <a:avLst/>
          </a:prstGeom>
          <a:noFill/>
          <a:ln w="16510">
            <a:solidFill>
              <a:srgbClr val="AD3423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4864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report back to the supervisor — never to the user directly. No sub-graphs, no separate memory.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12802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3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unfolds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Multi-turn, not one-shot.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743200"/>
            <a:ext cx="172821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332074"/>
            <a:ext cx="1728216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ask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3214116"/>
            <a:ext cx="201168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9" name="Shape 7"/>
          <p:cNvSpPr/>
          <p:nvPr/>
        </p:nvSpPr>
        <p:spPr>
          <a:xfrm>
            <a:off x="2679192" y="274320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2743200"/>
            <a:ext cx="172821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752344" y="3332074"/>
            <a:ext cx="1728216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not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post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81144" y="3214116"/>
            <a:ext cx="201168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9744" y="274320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82896" y="2743200"/>
            <a:ext cx="172821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82896" y="3332074"/>
            <a:ext cx="1728216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11696" y="3214116"/>
            <a:ext cx="201168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0296" y="274320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13448" y="2743200"/>
            <a:ext cx="172821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3332074"/>
            <a:ext cx="1728216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drafts,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edits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42248" y="3214116"/>
            <a:ext cx="201168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21" name="Shape 19"/>
          <p:cNvSpPr/>
          <p:nvPr/>
        </p:nvSpPr>
        <p:spPr>
          <a:xfrm>
            <a:off x="9070848" y="274320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17160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0" y="2743200"/>
            <a:ext cx="172821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332074"/>
            <a:ext cx="1728216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+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publish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and drafts can each loop for several turns before the user commits.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12802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3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scope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Drawn deliberately, not left implicit.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01168" cy="201168"/>
          </a:xfrm>
          <a:prstGeom prst="ellipse">
            <a:avLst/>
          </a:prstGeom>
          <a:solidFill>
            <a:srgbClr val="AD34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258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manually connected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201168" cy="201168"/>
          </a:xfrm>
          <a:prstGeom prst="ellipse">
            <a:avLst/>
          </a:prstGeom>
          <a:solidFill>
            <a:srgbClr val="AD34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8254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Structure-preserving chunking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201168" cy="201168"/>
          </a:xfrm>
          <a:prstGeom prst="ellipse">
            <a:avLst/>
          </a:prstGeom>
          <a:solidFill>
            <a:srgbClr val="AD34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3924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retrieval on Supabase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201168" cy="201168"/>
          </a:xfrm>
          <a:prstGeom prst="ellipse">
            <a:avLst/>
          </a:prstGeom>
          <a:solidFill>
            <a:srgbClr val="AD34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9593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+ 4 specialized agents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99432"/>
            <a:ext cx="201168" cy="201168"/>
          </a:xfrm>
          <a:prstGeom prst="ellipse">
            <a:avLst/>
          </a:prstGeom>
          <a:solidFill>
            <a:srgbClr val="AD34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5-stage conversation flow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331720"/>
            <a:ext cx="201168" cy="201168"/>
          </a:xfrm>
          <a:prstGeom prst="ellipse">
            <a:avLst/>
          </a:prstGeom>
          <a:ln w="17780">
            <a:solidFill>
              <a:srgbClr val="DDD3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2258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Notion, GitHub, Slack connectors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898648"/>
            <a:ext cx="201168" cy="201168"/>
          </a:xfrm>
          <a:prstGeom prst="ellipse">
            <a:avLst/>
          </a:prstGeom>
          <a:ln w="17780">
            <a:solidFill>
              <a:srgbClr val="DDD3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28254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/ event-driven ingestion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465576"/>
            <a:ext cx="201168" cy="201168"/>
          </a:xfrm>
          <a:prstGeom prst="ellipse">
            <a:avLst/>
          </a:prstGeom>
          <a:ln w="17780">
            <a:solidFill>
              <a:srgbClr val="DDD3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33924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workspaces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032504"/>
            <a:ext cx="201168" cy="201168"/>
          </a:xfrm>
          <a:prstGeom prst="ellipse">
            <a:avLst/>
          </a:prstGeom>
          <a:ln w="17780">
            <a:solidFill>
              <a:srgbClr val="DDD3B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39593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beyond LinkedIn drafts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599432"/>
            <a:ext cx="201168" cy="201168"/>
          </a:xfrm>
          <a:prstGeom prst="ellipse">
            <a:avLst/>
          </a:prstGeom>
          <a:ln w="17780">
            <a:solidFill>
              <a:srgbClr val="DDD3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Temporal-style orchestration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2432304"/>
            <a:ext cx="256032" cy="256032"/>
          </a:xfrm>
          <a:prstGeom prst="rect">
            <a:avLst/>
          </a:prstGeom>
          <a:ln w="1397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D3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A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Dust scale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mechanism the prototype proves — replicated at real scale, one step at a time.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12802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3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Staged. Nothing starts before the last step works.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39012" y="1965960"/>
            <a:ext cx="310896" cy="310896"/>
          </a:xfrm>
          <a:prstGeom prst="ellipse">
            <a:avLst/>
          </a:prstGeom>
          <a:solidFill>
            <a:srgbClr val="1716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9012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7160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46888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(Drive)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58568" y="2939796"/>
            <a:ext cx="164592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10" name="Shape 8"/>
          <p:cNvSpPr/>
          <p:nvPr/>
        </p:nvSpPr>
        <p:spPr>
          <a:xfrm>
            <a:off x="3131820" y="1965960"/>
            <a:ext cx="310896" cy="310896"/>
          </a:xfrm>
          <a:prstGeom prst="ellipse">
            <a:avLst/>
          </a:prstGeom>
          <a:solidFill>
            <a:srgbClr val="AD34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3182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41448" y="246888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246888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GitHub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51376" y="2939796"/>
            <a:ext cx="164592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4628" y="1965960"/>
            <a:ext cx="310896" cy="310896"/>
          </a:xfrm>
          <a:prstGeom prst="ellipse">
            <a:avLst/>
          </a:prstGeom>
          <a:solidFill>
            <a:srgbClr val="AD34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4628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246888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07408" y="246888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44184" y="2939796"/>
            <a:ext cx="164592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20" name="Shape 18"/>
          <p:cNvSpPr/>
          <p:nvPr/>
        </p:nvSpPr>
        <p:spPr>
          <a:xfrm>
            <a:off x="6917436" y="1965960"/>
            <a:ext cx="310896" cy="310896"/>
          </a:xfrm>
          <a:prstGeom prst="ellipse">
            <a:avLst/>
          </a:prstGeom>
          <a:solidFill>
            <a:srgbClr val="AD34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17436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27064" y="246888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0216" y="246888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doc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36992" y="2939796"/>
            <a:ext cx="164592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25" name="Shape 23"/>
          <p:cNvSpPr/>
          <p:nvPr/>
        </p:nvSpPr>
        <p:spPr>
          <a:xfrm>
            <a:off x="8810244" y="1965960"/>
            <a:ext cx="310896" cy="310896"/>
          </a:xfrm>
          <a:prstGeom prst="ellipse">
            <a:avLst/>
          </a:prstGeom>
          <a:solidFill>
            <a:srgbClr val="AD342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810244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246888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93024" y="246888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829800" y="2939796"/>
            <a:ext cx="164592" cy="109728"/>
          </a:xfrm>
          <a:prstGeom prst="rightArrow">
            <a:avLst/>
          </a:prstGeom>
          <a:solidFill>
            <a:srgbClr val="AD342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03052" y="1965960"/>
            <a:ext cx="310896" cy="310896"/>
          </a:xfrm>
          <a:prstGeom prst="ellipse">
            <a:avLst/>
          </a:prstGeom>
          <a:solidFill>
            <a:srgbClr val="AD342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703052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12680" y="246888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85832" y="246888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goes first among the new connectors — it has the best-supported webhook for real event-driven sync.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12802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3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changes, what doesn't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architecture vs. target architecture.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upload, Google Drive only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930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small document cap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599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chunking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268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on Supabase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937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5029200" cy="3749040"/>
          </a:xfrm>
          <a:prstGeom prst="roundRect">
            <a:avLst>
              <a:gd name="adj" fmla="val 1463"/>
            </a:avLst>
          </a:prstGeom>
          <a:solidFill>
            <a:srgbClr val="17160F"/>
          </a:solidFill>
          <a:ln w="12700">
            <a:solidFill>
              <a:srgbClr val="DDD3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26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Connectors: Drive, Notion, GitHub +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4930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re-indexing on change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0599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chunking, proven at volume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6268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vector index, scaled up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51937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workspaces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solidFill>
            <a:srgbClr val="AD3423"/>
          </a:solidFill>
          <a:ln/>
        </p:spPr>
      </p:sp>
      <p:sp>
        <p:nvSpPr>
          <p:cNvPr id="3" name="Shape 1"/>
          <p:cNvSpPr/>
          <p:nvPr/>
        </p:nvSpPr>
        <p:spPr>
          <a:xfrm>
            <a:off x="633131" y="2187611"/>
            <a:ext cx="215067" cy="215067"/>
          </a:xfrm>
          <a:prstGeom prst="rect">
            <a:avLst/>
          </a:prstGeom>
          <a:ln w="1397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A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Dust, for the work of saying what you built.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Honne — built in stages, proven at each one, before it scales.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2026-09-29T11:59:48Z</dcterms:created>
  <dcterms:modified xsi:type="dcterms:W3CDTF">2026-09-29T11:59:48Z</dcterms:modified>
</cp:coreProperties>
</file>